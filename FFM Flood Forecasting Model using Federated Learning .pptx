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64" r:id="rId2"/>
    <p:sldId id="256" r:id="rId3"/>
    <p:sldId id="257" r:id="rId4"/>
    <p:sldId id="263" r:id="rId5"/>
    <p:sldId id="265" r:id="rId6"/>
    <p:sldId id="258" r:id="rId7"/>
    <p:sldId id="259" r:id="rId8"/>
    <p:sldId id="260" r:id="rId9"/>
    <p:sldId id="261" r:id="rId10"/>
    <p:sldId id="266" r:id="rId11"/>
    <p:sldId id="267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8079C3-5918-4D41-9B80-9055698D547D}" v="4" dt="2026-03-09T09:53:12.6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4" autoAdjust="0"/>
    <p:restoredTop sz="94660"/>
  </p:normalViewPr>
  <p:slideViewPr>
    <p:cSldViewPr snapToGrid="0">
      <p:cViewPr varScale="1">
        <p:scale>
          <a:sx n="76" d="100"/>
          <a:sy n="76" d="100"/>
        </p:scale>
        <p:origin x="77" y="1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RARI CHOWDARY BELLAMKONDA" userId="79db90bfb781368d" providerId="LiveId" clId="{E6D165F9-77D8-47CA-BC0D-D4AC927A3C25}"/>
    <pc:docChg chg="undo custSel addSld modSld">
      <pc:chgData name="MURARI CHOWDARY BELLAMKONDA" userId="79db90bfb781368d" providerId="LiveId" clId="{E6D165F9-77D8-47CA-BC0D-D4AC927A3C25}" dt="2026-03-09T10:13:37.939" v="761" actId="20577"/>
      <pc:docMkLst>
        <pc:docMk/>
      </pc:docMkLst>
      <pc:sldChg chg="modSp mod">
        <pc:chgData name="MURARI CHOWDARY BELLAMKONDA" userId="79db90bfb781368d" providerId="LiveId" clId="{E6D165F9-77D8-47CA-BC0D-D4AC927A3C25}" dt="2026-03-09T09:49:48.729" v="36" actId="1076"/>
        <pc:sldMkLst>
          <pc:docMk/>
          <pc:sldMk cId="2942183483" sldId="256"/>
        </pc:sldMkLst>
        <pc:spChg chg="mod">
          <ac:chgData name="MURARI CHOWDARY BELLAMKONDA" userId="79db90bfb781368d" providerId="LiveId" clId="{E6D165F9-77D8-47CA-BC0D-D4AC927A3C25}" dt="2026-03-09T09:49:48.729" v="36" actId="1076"/>
          <ac:spMkLst>
            <pc:docMk/>
            <pc:sldMk cId="2942183483" sldId="256"/>
            <ac:spMk id="3" creationId="{942431E9-6197-81D3-103B-69F991B8B61E}"/>
          </ac:spMkLst>
        </pc:spChg>
      </pc:sldChg>
      <pc:sldChg chg="modSp mod">
        <pc:chgData name="MURARI CHOWDARY BELLAMKONDA" userId="79db90bfb781368d" providerId="LiveId" clId="{E6D165F9-77D8-47CA-BC0D-D4AC927A3C25}" dt="2026-03-09T09:51:24.907" v="87" actId="1076"/>
        <pc:sldMkLst>
          <pc:docMk/>
          <pc:sldMk cId="3408447936" sldId="257"/>
        </pc:sldMkLst>
        <pc:spChg chg="mod">
          <ac:chgData name="MURARI CHOWDARY BELLAMKONDA" userId="79db90bfb781368d" providerId="LiveId" clId="{E6D165F9-77D8-47CA-BC0D-D4AC927A3C25}" dt="2026-03-09T09:51:24.907" v="87" actId="1076"/>
          <ac:spMkLst>
            <pc:docMk/>
            <pc:sldMk cId="3408447936" sldId="257"/>
            <ac:spMk id="5" creationId="{8A61E324-1DB2-44A6-78E2-688FD4A2F05E}"/>
          </ac:spMkLst>
        </pc:spChg>
      </pc:sldChg>
      <pc:sldChg chg="modSp mod">
        <pc:chgData name="MURARI CHOWDARY BELLAMKONDA" userId="79db90bfb781368d" providerId="LiveId" clId="{E6D165F9-77D8-47CA-BC0D-D4AC927A3C25}" dt="2026-03-09T10:12:30.063" v="718" actId="20577"/>
        <pc:sldMkLst>
          <pc:docMk/>
          <pc:sldMk cId="1054567740" sldId="258"/>
        </pc:sldMkLst>
        <pc:spChg chg="mod">
          <ac:chgData name="MURARI CHOWDARY BELLAMKONDA" userId="79db90bfb781368d" providerId="LiveId" clId="{E6D165F9-77D8-47CA-BC0D-D4AC927A3C25}" dt="2026-03-09T10:12:30.063" v="718" actId="20577"/>
          <ac:spMkLst>
            <pc:docMk/>
            <pc:sldMk cId="1054567740" sldId="258"/>
            <ac:spMk id="3" creationId="{00000000-0000-0000-0000-000000000000}"/>
          </ac:spMkLst>
        </pc:spChg>
      </pc:sldChg>
      <pc:sldChg chg="modSp mod">
        <pc:chgData name="MURARI CHOWDARY BELLAMKONDA" userId="79db90bfb781368d" providerId="LiveId" clId="{E6D165F9-77D8-47CA-BC0D-D4AC927A3C25}" dt="2026-03-09T09:55:58.659" v="270" actId="255"/>
        <pc:sldMkLst>
          <pc:docMk/>
          <pc:sldMk cId="83807178" sldId="259"/>
        </pc:sldMkLst>
        <pc:spChg chg="mod">
          <ac:chgData name="MURARI CHOWDARY BELLAMKONDA" userId="79db90bfb781368d" providerId="LiveId" clId="{E6D165F9-77D8-47CA-BC0D-D4AC927A3C25}" dt="2026-03-09T09:55:58.659" v="270" actId="255"/>
          <ac:spMkLst>
            <pc:docMk/>
            <pc:sldMk cId="83807178" sldId="259"/>
            <ac:spMk id="3" creationId="{00000000-0000-0000-0000-000000000000}"/>
          </ac:spMkLst>
        </pc:spChg>
      </pc:sldChg>
      <pc:sldChg chg="modSp mod">
        <pc:chgData name="MURARI CHOWDARY BELLAMKONDA" userId="79db90bfb781368d" providerId="LiveId" clId="{E6D165F9-77D8-47CA-BC0D-D4AC927A3C25}" dt="2026-03-09T09:59:13.840" v="403" actId="1076"/>
        <pc:sldMkLst>
          <pc:docMk/>
          <pc:sldMk cId="2400757097" sldId="260"/>
        </pc:sldMkLst>
        <pc:spChg chg="mod">
          <ac:chgData name="MURARI CHOWDARY BELLAMKONDA" userId="79db90bfb781368d" providerId="LiveId" clId="{E6D165F9-77D8-47CA-BC0D-D4AC927A3C25}" dt="2026-03-09T09:59:13.840" v="403" actId="1076"/>
          <ac:spMkLst>
            <pc:docMk/>
            <pc:sldMk cId="2400757097" sldId="260"/>
            <ac:spMk id="3" creationId="{00000000-0000-0000-0000-000000000000}"/>
          </ac:spMkLst>
        </pc:spChg>
      </pc:sldChg>
      <pc:sldChg chg="modSp mod">
        <pc:chgData name="MURARI CHOWDARY BELLAMKONDA" userId="79db90bfb781368d" providerId="LiveId" clId="{E6D165F9-77D8-47CA-BC0D-D4AC927A3C25}" dt="2026-03-09T09:59:23.942" v="404" actId="255"/>
        <pc:sldMkLst>
          <pc:docMk/>
          <pc:sldMk cId="640932714" sldId="261"/>
        </pc:sldMkLst>
        <pc:spChg chg="mod">
          <ac:chgData name="MURARI CHOWDARY BELLAMKONDA" userId="79db90bfb781368d" providerId="LiveId" clId="{E6D165F9-77D8-47CA-BC0D-D4AC927A3C25}" dt="2026-03-09T09:59:23.942" v="404" actId="255"/>
          <ac:spMkLst>
            <pc:docMk/>
            <pc:sldMk cId="640932714" sldId="261"/>
            <ac:spMk id="3" creationId="{00000000-0000-0000-0000-000000000000}"/>
          </ac:spMkLst>
        </pc:spChg>
      </pc:sldChg>
      <pc:sldChg chg="modSp mod">
        <pc:chgData name="MURARI CHOWDARY BELLAMKONDA" userId="79db90bfb781368d" providerId="LiveId" clId="{E6D165F9-77D8-47CA-BC0D-D4AC927A3C25}" dt="2026-03-09T10:12:56.603" v="727" actId="5793"/>
        <pc:sldMkLst>
          <pc:docMk/>
          <pc:sldMk cId="1547677415" sldId="262"/>
        </pc:sldMkLst>
        <pc:spChg chg="mod">
          <ac:chgData name="MURARI CHOWDARY BELLAMKONDA" userId="79db90bfb781368d" providerId="LiveId" clId="{E6D165F9-77D8-47CA-BC0D-D4AC927A3C25}" dt="2026-03-09T10:12:51.650" v="726" actId="5793"/>
          <ac:spMkLst>
            <pc:docMk/>
            <pc:sldMk cId="1547677415" sldId="262"/>
            <ac:spMk id="3" creationId="{00000000-0000-0000-0000-000000000000}"/>
          </ac:spMkLst>
        </pc:spChg>
        <pc:spChg chg="mod">
          <ac:chgData name="MURARI CHOWDARY BELLAMKONDA" userId="79db90bfb781368d" providerId="LiveId" clId="{E6D165F9-77D8-47CA-BC0D-D4AC927A3C25}" dt="2026-03-09T10:12:56.603" v="727" actId="5793"/>
          <ac:spMkLst>
            <pc:docMk/>
            <pc:sldMk cId="1547677415" sldId="262"/>
            <ac:spMk id="4" creationId="{00000000-0000-0000-0000-000000000000}"/>
          </ac:spMkLst>
        </pc:spChg>
      </pc:sldChg>
      <pc:sldChg chg="modSp mod">
        <pc:chgData name="MURARI CHOWDARY BELLAMKONDA" userId="79db90bfb781368d" providerId="LiveId" clId="{E6D165F9-77D8-47CA-BC0D-D4AC927A3C25}" dt="2026-03-09T09:51:45.300" v="89" actId="1076"/>
        <pc:sldMkLst>
          <pc:docMk/>
          <pc:sldMk cId="0" sldId="263"/>
        </pc:sldMkLst>
        <pc:spChg chg="mod">
          <ac:chgData name="MURARI CHOWDARY BELLAMKONDA" userId="79db90bfb781368d" providerId="LiveId" clId="{E6D165F9-77D8-47CA-BC0D-D4AC927A3C25}" dt="2026-03-09T09:51:45.300" v="89" actId="1076"/>
          <ac:spMkLst>
            <pc:docMk/>
            <pc:sldMk cId="0" sldId="263"/>
            <ac:spMk id="11" creationId="{F0194DFB-EA93-2C29-30AA-587697F92943}"/>
          </ac:spMkLst>
        </pc:spChg>
      </pc:sldChg>
      <pc:sldChg chg="modSp mod">
        <pc:chgData name="MURARI CHOWDARY BELLAMKONDA" userId="79db90bfb781368d" providerId="LiveId" clId="{E6D165F9-77D8-47CA-BC0D-D4AC927A3C25}" dt="2026-03-09T10:13:37.939" v="761" actId="20577"/>
        <pc:sldMkLst>
          <pc:docMk/>
          <pc:sldMk cId="3691168078" sldId="264"/>
        </pc:sldMkLst>
        <pc:spChg chg="mod">
          <ac:chgData name="MURARI CHOWDARY BELLAMKONDA" userId="79db90bfb781368d" providerId="LiveId" clId="{E6D165F9-77D8-47CA-BC0D-D4AC927A3C25}" dt="2026-03-09T10:13:37.939" v="761" actId="20577"/>
          <ac:spMkLst>
            <pc:docMk/>
            <pc:sldMk cId="3691168078" sldId="264"/>
            <ac:spMk id="6" creationId="{68D9B46C-B84E-5637-B5ED-AEBC9BD091B6}"/>
          </ac:spMkLst>
        </pc:spChg>
      </pc:sldChg>
      <pc:sldChg chg="modSp mod">
        <pc:chgData name="MURARI CHOWDARY BELLAMKONDA" userId="79db90bfb781368d" providerId="LiveId" clId="{E6D165F9-77D8-47CA-BC0D-D4AC927A3C25}" dt="2026-03-09T10:12:42.699" v="725" actId="20577"/>
        <pc:sldMkLst>
          <pc:docMk/>
          <pc:sldMk cId="2872835533" sldId="265"/>
        </pc:sldMkLst>
        <pc:spChg chg="mod">
          <ac:chgData name="MURARI CHOWDARY BELLAMKONDA" userId="79db90bfb781368d" providerId="LiveId" clId="{E6D165F9-77D8-47CA-BC0D-D4AC927A3C25}" dt="2026-03-09T10:12:42.699" v="725" actId="20577"/>
          <ac:spMkLst>
            <pc:docMk/>
            <pc:sldMk cId="2872835533" sldId="265"/>
            <ac:spMk id="4" creationId="{6998F6F9-4EC5-FC09-E185-A639A30D9032}"/>
          </ac:spMkLst>
        </pc:spChg>
      </pc:sldChg>
      <pc:sldChg chg="addSp delSp modSp new mod">
        <pc:chgData name="MURARI CHOWDARY BELLAMKONDA" userId="79db90bfb781368d" providerId="LiveId" clId="{E6D165F9-77D8-47CA-BC0D-D4AC927A3C25}" dt="2026-03-09T10:12:18.722" v="714" actId="20577"/>
        <pc:sldMkLst>
          <pc:docMk/>
          <pc:sldMk cId="3121592045" sldId="266"/>
        </pc:sldMkLst>
        <pc:spChg chg="mod">
          <ac:chgData name="MURARI CHOWDARY BELLAMKONDA" userId="79db90bfb781368d" providerId="LiveId" clId="{E6D165F9-77D8-47CA-BC0D-D4AC927A3C25}" dt="2026-03-09T10:12:18.722" v="714" actId="20577"/>
          <ac:spMkLst>
            <pc:docMk/>
            <pc:sldMk cId="3121592045" sldId="266"/>
            <ac:spMk id="2" creationId="{D0A28E6C-9EAC-D50B-C682-3E4DC7B9C265}"/>
          </ac:spMkLst>
        </pc:spChg>
        <pc:spChg chg="del">
          <ac:chgData name="MURARI CHOWDARY BELLAMKONDA" userId="79db90bfb781368d" providerId="LiveId" clId="{E6D165F9-77D8-47CA-BC0D-D4AC927A3C25}" dt="2026-03-09T10:01:24.162" v="448" actId="931"/>
          <ac:spMkLst>
            <pc:docMk/>
            <pc:sldMk cId="3121592045" sldId="266"/>
            <ac:spMk id="3" creationId="{5BB25F6C-F4BD-25C9-3DEA-03733BDF5A98}"/>
          </ac:spMkLst>
        </pc:spChg>
        <pc:picChg chg="add mod ord">
          <ac:chgData name="MURARI CHOWDARY BELLAMKONDA" userId="79db90bfb781368d" providerId="LiveId" clId="{E6D165F9-77D8-47CA-BC0D-D4AC927A3C25}" dt="2026-03-09T10:01:49.894" v="452" actId="14100"/>
          <ac:picMkLst>
            <pc:docMk/>
            <pc:sldMk cId="3121592045" sldId="266"/>
            <ac:picMk id="5" creationId="{B7A14A8A-FD7D-E8D1-2C16-21FDE7B8B8D0}"/>
          </ac:picMkLst>
        </pc:picChg>
      </pc:sldChg>
      <pc:sldChg chg="modSp new mod">
        <pc:chgData name="MURARI CHOWDARY BELLAMKONDA" userId="79db90bfb781368d" providerId="LiveId" clId="{E6D165F9-77D8-47CA-BC0D-D4AC927A3C25}" dt="2026-03-09T10:06:02.730" v="690" actId="5793"/>
        <pc:sldMkLst>
          <pc:docMk/>
          <pc:sldMk cId="2026962722" sldId="267"/>
        </pc:sldMkLst>
        <pc:spChg chg="mod">
          <ac:chgData name="MURARI CHOWDARY BELLAMKONDA" userId="79db90bfb781368d" providerId="LiveId" clId="{E6D165F9-77D8-47CA-BC0D-D4AC927A3C25}" dt="2026-03-09T10:02:14.943" v="487" actId="20577"/>
          <ac:spMkLst>
            <pc:docMk/>
            <pc:sldMk cId="2026962722" sldId="267"/>
            <ac:spMk id="2" creationId="{BA3D8570-6386-B6E9-5304-14EDA289831D}"/>
          </ac:spMkLst>
        </pc:spChg>
        <pc:spChg chg="mod">
          <ac:chgData name="MURARI CHOWDARY BELLAMKONDA" userId="79db90bfb781368d" providerId="LiveId" clId="{E6D165F9-77D8-47CA-BC0D-D4AC927A3C25}" dt="2026-03-09T10:06:02.730" v="690" actId="5793"/>
          <ac:spMkLst>
            <pc:docMk/>
            <pc:sldMk cId="2026962722" sldId="267"/>
            <ac:spMk id="3" creationId="{5C3850FC-3B29-D323-6FFE-46D420F9470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9D686-8082-1F92-A44F-25EF82125F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ED9093-B4B0-E3E7-9731-7B4E02A6A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DDBC4-6481-3BE2-7BE5-BDE35A314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3B428-5A61-4AA9-A9BE-8C1142F5E891}" type="datetimeFigureOut">
              <a:rPr lang="en-IN" smtClean="0"/>
              <a:pPr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10A73-BC34-CC96-0A9C-E01191E7A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66F8C-B16C-50C7-DC37-4D8448C98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069C6-9B6D-43BA-8474-3880620D6A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764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4FDF7-3069-BD17-A1C1-C4D5647A9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68989-C49B-CF3B-C29A-543A3B625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42110-23CE-3438-A037-44535A94A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3B428-5A61-4AA9-A9BE-8C1142F5E891}" type="datetimeFigureOut">
              <a:rPr lang="en-IN" smtClean="0"/>
              <a:pPr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CC5E7-E9B3-F708-D560-2BE83934A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5F341-8173-2606-CC5B-0487779F0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069C6-9B6D-43BA-8474-3880620D6A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37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833AD-DF6B-A525-EC23-C632D80F5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BCCF9-69D0-33FF-65E9-A79B5CC4F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D1286-9125-1137-3B09-3C0F545C2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3B428-5A61-4AA9-A9BE-8C1142F5E891}" type="datetimeFigureOut">
              <a:rPr lang="en-IN" smtClean="0"/>
              <a:pPr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47B70-A4B5-08D3-3DC4-3333AB811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CC7CA-C865-9C4F-D407-7E055F25E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069C6-9B6D-43BA-8474-3880620D6A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30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B802C-6AF0-D48F-41E4-49A8F7566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61062-FF37-7017-3EB8-0D605DFF04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54541F-24F5-84FC-2B69-C5BCE4F82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F9B625-C887-CB24-E95D-0C6071542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3B428-5A61-4AA9-A9BE-8C1142F5E891}" type="datetimeFigureOut">
              <a:rPr lang="en-IN" smtClean="0"/>
              <a:pPr/>
              <a:t>09-03-2026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D175B3-C740-AB44-26AC-63EDB2027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938C1C-4CA6-1A78-02E5-A07586848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069C6-9B6D-43BA-8474-3880620D6A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0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0835F-55FD-37B6-7080-C3047B331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0327A3-2860-FAA4-2630-85FAFB904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BB736-655C-F938-C821-095C8CA85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5865D3-29B5-1A0A-3074-5E224B8DAF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0033AC-6B2A-96D0-DE65-F96F756A0C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F7F04E-ADB7-2843-25EF-F11E89278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3B428-5A61-4AA9-A9BE-8C1142F5E891}" type="datetimeFigureOut">
              <a:rPr lang="en-IN" smtClean="0"/>
              <a:pPr/>
              <a:t>09-03-2026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084AED-C0EE-0D5B-93AB-C6BDC9F13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36ABF6-3505-189A-4E11-66D7E912A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069C6-9B6D-43BA-8474-3880620D6A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398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251BA-8D56-2199-A6CC-CD917EA0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653D04-7ACA-750F-BBC4-648B1F51E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3B428-5A61-4AA9-A9BE-8C1142F5E891}" type="datetimeFigureOut">
              <a:rPr lang="en-IN" smtClean="0"/>
              <a:pPr/>
              <a:t>09-03-2026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F364FF-5D3D-AA23-C03F-4884E206E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9C251-B3D4-01CB-2DFD-7574CAFFE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069C6-9B6D-43BA-8474-3880620D6A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903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736D1C-4EBD-9167-9178-51CDBC0F3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3B428-5A61-4AA9-A9BE-8C1142F5E891}" type="datetimeFigureOut">
              <a:rPr lang="en-IN" smtClean="0"/>
              <a:pPr/>
              <a:t>09-03-2026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D5126B-D600-7682-AD3E-E44252595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9F4222-1DE8-4186-F5A2-1762DAFAE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069C6-9B6D-43BA-8474-3880620D6A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507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21646-60E5-CEF1-F1EE-7FE212D90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CEEF4-E4BA-245B-3C90-71151922F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83F074-9DF3-3AD5-D3BE-0DF0365FC7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B2A597-09BD-882C-4410-DDE7D9593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3B428-5A61-4AA9-A9BE-8C1142F5E891}" type="datetimeFigureOut">
              <a:rPr lang="en-IN" smtClean="0"/>
              <a:pPr/>
              <a:t>09-03-2026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6DBE9F-44CC-0107-587C-897C91D9D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6C72E2-BB8E-3A34-F21B-6340989D5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069C6-9B6D-43BA-8474-3880620D6A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279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315F8-1763-C051-571D-453DA3DDE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BDF782-E343-847E-63DA-9564FAC159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38CC4B-1B6C-C08F-083B-83764C9AEB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B0276A-4581-EAA2-F9CC-8B1618FDF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3B428-5A61-4AA9-A9BE-8C1142F5E891}" type="datetimeFigureOut">
              <a:rPr lang="en-IN" smtClean="0"/>
              <a:pPr/>
              <a:t>09-03-2026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579C95-CAF8-D65B-0EC1-2AEC18322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0B0183-EF24-B452-C310-52DA065E4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069C6-9B6D-43BA-8474-3880620D6A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372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77B32-FCDD-7391-7FA1-8C3CE2FC2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FE2C90-C223-79C3-A864-669F5FA2C2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9BA63-C96E-8F66-6221-51B3C7C6B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3B428-5A61-4AA9-A9BE-8C1142F5E891}" type="datetimeFigureOut">
              <a:rPr lang="en-IN" smtClean="0"/>
              <a:pPr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58891-196B-7A04-A5FD-DF164F67D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D34E1-E619-A0BA-C8E6-41D478E4C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069C6-9B6D-43BA-8474-3880620D6A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25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B48662-B54D-8A69-7314-3EE865E459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83D4EC-BEE7-D881-B414-3B08EE236E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FC098-BD31-F1CC-E3D8-8BEF8CF3A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3B428-5A61-4AA9-A9BE-8C1142F5E891}" type="datetimeFigureOut">
              <a:rPr lang="en-IN" smtClean="0"/>
              <a:pPr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DD450-B23D-4EC6-6AF4-E4C468763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85435-B95F-0B0C-FF2E-24CBA479F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069C6-9B6D-43BA-8474-3880620D6A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833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016226-1163-2FB5-5A60-6E2B4B70E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495F53-5083-BBC0-8DD2-C5FB071F1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21226-67CB-C9FB-86F6-659B929CD1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3B428-5A61-4AA9-A9BE-8C1142F5E891}" type="datetimeFigureOut">
              <a:rPr lang="en-IN" smtClean="0"/>
              <a:pPr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87D46-8A5A-2CED-FE0E-28EA3CE6D2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24230-8110-B55C-7D50-5DD6C98F21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8069C6-9B6D-43BA-8474-3880620D6A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143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67310-FC2D-81A4-2A7A-3AA757EF3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90EBB-4E7D-7410-9ADE-64D48BD8D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FFM: Flood Forecasting Model Using</a:t>
            </a:r>
          </a:p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Federated Learning </a:t>
            </a:r>
            <a:endParaRPr lang="en-IN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5BA080-968B-0B08-B7DA-1AEDE97B6B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33" y="217223"/>
            <a:ext cx="11904133" cy="1540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F5A315-A2DF-BB00-F77C-06B015840A48}"/>
              </a:ext>
            </a:extLst>
          </p:cNvPr>
          <p:cNvSpPr txBox="1"/>
          <p:nvPr/>
        </p:nvSpPr>
        <p:spPr>
          <a:xfrm>
            <a:off x="1107440" y="4988560"/>
            <a:ext cx="336296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Project Guide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Ch. Chandra Sekar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Assistant Professor)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D9B46C-B84E-5637-B5ED-AEBC9BD091B6}"/>
              </a:ext>
            </a:extLst>
          </p:cNvPr>
          <p:cNvSpPr txBox="1"/>
          <p:nvPr/>
        </p:nvSpPr>
        <p:spPr>
          <a:xfrm>
            <a:off x="6616700" y="4403071"/>
            <a:ext cx="47371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                    Team Members</a:t>
            </a:r>
          </a:p>
          <a:p>
            <a:r>
              <a:rPr lang="en-IN" sz="2000" dirty="0"/>
              <a:t>1. B Murari (2273A39067)</a:t>
            </a:r>
          </a:p>
          <a:p>
            <a:r>
              <a:rPr lang="en-IN" sz="2000" dirty="0"/>
              <a:t>2. K Veera Hari Tharun (2373A39L02)</a:t>
            </a:r>
          </a:p>
          <a:p>
            <a:r>
              <a:rPr lang="en-IN" sz="2000" dirty="0"/>
              <a:t>3. A Bhanu Shankar (2273A39124)</a:t>
            </a:r>
          </a:p>
          <a:p>
            <a:r>
              <a:rPr lang="en-IN" sz="2000" dirty="0"/>
              <a:t>4. P Teja Vardhan(2273A39112) </a:t>
            </a:r>
          </a:p>
        </p:txBody>
      </p:sp>
    </p:spTree>
    <p:extLst>
      <p:ext uri="{BB962C8B-B14F-4D97-AF65-F5344CB8AC3E}">
        <p14:creationId xmlns:p14="http://schemas.microsoft.com/office/powerpoint/2010/main" val="3691168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40" y="436880"/>
            <a:ext cx="3850640" cy="87794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2431E9-6197-81D3-103B-69F991B8B61E}"/>
              </a:ext>
            </a:extLst>
          </p:cNvPr>
          <p:cNvSpPr txBox="1"/>
          <p:nvPr/>
        </p:nvSpPr>
        <p:spPr>
          <a:xfrm>
            <a:off x="996350" y="1385780"/>
            <a:ext cx="1043432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DRAWBACKS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MERITS OF PROPOSED SYSTEM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ARCHITECTURE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2183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A61E324-1DB2-44A6-78E2-688FD4A2F0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07353"/>
            <a:ext cx="11099242" cy="5185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Severe damage to life, agriculture, property, and economy.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aces challenges in data privacy and centralized data sharing.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a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 for flood forecasting 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remains local → ensures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privacy, security, and reduced network latency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integrates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client stations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without sharing raw data.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Feed Forward Neural Network (FFNN)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at each local station.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water level and flood occurrence with 5-day lead time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08447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3BA4406-025D-DE35-FE69-D57A8C863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57156"/>
            <a:ext cx="10515600" cy="4351338"/>
          </a:xfrm>
        </p:spPr>
        <p:txBody>
          <a:bodyPr>
            <a:normAutofit/>
          </a:bodyPr>
          <a:lstStyle/>
          <a:p>
            <a:endParaRPr lang="en-IN" dirty="0"/>
          </a:p>
          <a:p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F0194DFB-EA93-2C29-30AA-587697F92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82427"/>
            <a:ext cx="10515599" cy="4539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machine learning-based flood forecasting model.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Federated Learning for decentralized training across multiple stations.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ensure data privacy and security by preventing raw data sharing.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predict flood occurrence with a 5-day early warning system.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improve flood preparedness and reduce damage to life and property.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08E22-77B6-80CF-1B18-9624592A8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998F6F9-4EC5-FC09-E185-A639A30D90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07353"/>
            <a:ext cx="10515600" cy="5185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ost frequent and destructive natural disasters worldwide.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Accurate flood prediction is essential to minimize damage.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centralized prediction models face challenges like data privacy, security, and high communication cost.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nables collaborative model training without sharing raw data.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flood forecasting model using federated learning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 feed-forward neural networks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early flood detection.</a:t>
            </a:r>
          </a:p>
        </p:txBody>
      </p:sp>
    </p:spTree>
    <p:extLst>
      <p:ext uri="{BB962C8B-B14F-4D97-AF65-F5344CB8AC3E}">
        <p14:creationId xmlns:p14="http://schemas.microsoft.com/office/powerpoint/2010/main" val="2872835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5032"/>
            <a:ext cx="10601263" cy="5177843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Mainly rely on centralized machine learning and traditional statistical models.</a:t>
            </a:r>
          </a:p>
          <a:p>
            <a:pPr algn="just">
              <a:lnSpc>
                <a:spcPct val="16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amounts of hydrological and meteorological data are collected from different locations and sent to a central server for training and prediction. </a:t>
            </a:r>
          </a:p>
          <a:p>
            <a:pPr algn="just">
              <a:lnSpc>
                <a:spcPct val="16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methods can predict floods to some extent</a:t>
            </a:r>
          </a:p>
          <a:p>
            <a:pPr algn="just">
              <a:lnSpc>
                <a:spcPct val="16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face major issues related to data privacy, security, network latency, and limited scalability. </a:t>
            </a:r>
          </a:p>
          <a:p>
            <a:pPr algn="just">
              <a:lnSpc>
                <a:spcPct val="16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centralized nature also makes them vulnerable to data leakage and communication delays.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54567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privacy and security risks due to centralized data storage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network latency because large datasets are transferred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scalability with increasing data sources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computational and communication cost</a:t>
            </a:r>
          </a:p>
          <a:p>
            <a:pPr marL="0" indent="0"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3807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9285"/>
            <a:ext cx="10848291" cy="5021611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Flood Forecasting Model (FFM) based on Federated Learning combined with a Feed Forward Neural Network (FFNN). 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remains at local client stations, where local models are trained using regional data.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the trained models (not raw data) are shared with a central server for aggregation. 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privacy, reduces network overhead, improves prediction accuracy 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floods up to five days in advance and generate early warnings.</a:t>
            </a:r>
          </a:p>
        </p:txBody>
      </p:sp>
    </p:spTree>
    <p:extLst>
      <p:ext uri="{BB962C8B-B14F-4D97-AF65-F5344CB8AC3E}">
        <p14:creationId xmlns:p14="http://schemas.microsoft.com/office/powerpoint/2010/main" val="2400757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Preserves data privacy by keeping data at local stations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network traffic and communication overhead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prediction accuracy using federated learning and FFNN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suitable for multiple regions</a:t>
            </a:r>
          </a:p>
        </p:txBody>
      </p:sp>
    </p:spTree>
    <p:extLst>
      <p:ext uri="{BB962C8B-B14F-4D97-AF65-F5344CB8AC3E}">
        <p14:creationId xmlns:p14="http://schemas.microsoft.com/office/powerpoint/2010/main" val="640932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28E6C-9EAC-D50B-C682-3E4DC7B9C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A14A8A-FD7D-E8D1-2C16-21FDE7B8B8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67059"/>
            <a:ext cx="10998758" cy="502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592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D8570-6386-B6E9-5304-14EDA2898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850FC-3B29-D323-6FFE-46D420F94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DECENTRALIZED LOCAL TRAINING NODES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MULTI – MODEL INPUT INTEGRATION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MODEL PARAMETER EXCHANGE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CENTRAL AGGREGATION SERVER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TEMPORAL AND SPATIAL MODEL ARCHITECTURES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6962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497" y="1825625"/>
            <a:ext cx="4698358" cy="359931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6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REQUIREMENTS: 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6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➢Processor            -   Pentium  / Intel core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6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➢RAM                    - 4 GB (min)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6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➢Hard Disk           -   64 GB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Operating system :   Windows.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Coding Language :   Python.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Data Base  :   MySQL.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47677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</TotalTime>
  <Words>573</Words>
  <Application>Microsoft Office PowerPoint</Application>
  <PresentationFormat>Widescreen</PresentationFormat>
  <Paragraphs>82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CONTENT</vt:lpstr>
      <vt:lpstr> ABSTRACT </vt:lpstr>
      <vt:lpstr>OBJECTIVES</vt:lpstr>
      <vt:lpstr>INTRODUCTION</vt:lpstr>
      <vt:lpstr> EXISTING SYSTEM </vt:lpstr>
      <vt:lpstr>DISADVANTAGES</vt:lpstr>
      <vt:lpstr> PROPOSED SYSTEM </vt:lpstr>
      <vt:lpstr>ADVANTAGES</vt:lpstr>
      <vt:lpstr>SYSTEM ARCHITECTURE</vt:lpstr>
      <vt:lpstr>SYSTEM ARCHITECTURE</vt:lpstr>
      <vt:lpstr> MINIMAL SYSTEM REQUIREMENTS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Blood Pressure Identification Using Machine Learning</dc:title>
  <dc:creator>ADMIN</dc:creator>
  <cp:lastModifiedBy>MURARI CHOWDARY BELLAMKONDA</cp:lastModifiedBy>
  <cp:revision>22</cp:revision>
  <dcterms:created xsi:type="dcterms:W3CDTF">2025-03-04T11:21:13Z</dcterms:created>
  <dcterms:modified xsi:type="dcterms:W3CDTF">2026-03-09T10:13:44Z</dcterms:modified>
</cp:coreProperties>
</file>